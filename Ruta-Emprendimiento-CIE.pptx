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59" r:id="rId38"/>
    <p:sldId id="648" r:id="rId27"/>
    <p:sldId id="631" r:id="rId7"/>
    <p:sldId id="649" r:id="rId28"/>
    <p:sldId id="650" r:id="rId29"/>
    <p:sldId id="651" r:id="rId30"/>
    <p:sldId id="652" r:id="rId31"/>
    <p:sldId id="660" r:id="rId39"/>
    <p:sldId id="661" r:id="rId40"/>
    <p:sldId id="653" r:id="rId32"/>
    <p:sldId id="654" r:id="rId33"/>
    <p:sldId id="655" r:id="rId34"/>
    <p:sldId id="656" r:id="rId35"/>
    <p:sldId id="657" r:id="rId36"/>
    <p:sldId id="658" r:id="rId37"/>
    <p:sldId id="662" r:id="rId41"/>
    <p:sldId id="663" r:id="rId42"/>
    <p:sldId id="664" r:id="rId43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8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40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Guía de la 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4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Guía para estudiantes, egresados y docentes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4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Esta guía busca dar a conocer la ruta y facilitar el acceso de toda la comunidad.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la Ruta de Emprendimiento?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Instrumento que organiza, por fases, el acompañamiento del CIE al emprendedor.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Dirigida a estudiantes, egresados y docentes de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Va desde despertar la idea hasta conectarla con financiación y el mercado.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 no lineal: cada proyecto entra en la fase según su nivel de madurez.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26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Impacto regional, nacional e internacional desde la Extensión y Proyección Social.</a:t>
            </a:r>
          </a:p>
          <a:p>
            <a:pPr algn="l" hangingPunct="1">
              <a:spcAft>
                <a:spcPts val="1400"/>
              </a:spcAft>
            </a:pPr>
            <a:r>
              <a:rPr lang="es-CO" sz="26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Motor de desarrollo: «Articulación con el sector productivo y la sociedad» (donde se ubica el emprendimiento).</a:t>
            </a:r>
          </a:p>
          <a:p>
            <a:pPr algn="l" hangingPunct="1">
              <a:spcAft>
                <a:spcPts val="1400"/>
              </a:spcAft>
            </a:pPr>
            <a:r>
              <a:rPr lang="es-CO" sz="26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l" hangingPunct="1">
              <a:spcAft>
                <a:spcPts val="1400"/>
              </a:spcAft>
            </a:pPr>
            <a:r>
              <a:rPr lang="es-CO" sz="26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(formación y asesoría).</a:t>
            </a:r>
          </a:p>
          <a:p>
            <a:pPr algn="l" hangingPunct="1">
              <a:spcAft>
                <a:spcPts val="1400"/>
              </a:spcAft>
            </a:pPr>
            <a:r>
              <a:rPr lang="es-CO" sz="26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Centro 'UA Emprende' con sostenibilidad ≥3%; 30 proyectos de innovación y 7 productos de transferencia; comercialización de ≥2 spin-off (motor RSU).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los indicadores.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Red de mentores multidisciplinarios: docentes, empresarios y egresados.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708" y="3840480"/>
            <a:ext cx="14067631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despertar la cultura emprendedora y dar a conocer 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charlas y talleres, ferias y muestras, cine-foros y testimonios, campañas de difusión.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metodologías activas y casos de éxito (storytelling).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comunidad sensibilizada y base de datos de interesados.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transversal / continuo.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captar las ideas y ayudarlas a tomar forma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convocatorias internas, ideación asistida, vínculo con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design thinking (empatía e ideación).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docente enlace y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idea o proyecto inscrito con ficha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1 a 2.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determinar el nivel de madurez y definir la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entrevista y herramienta de clasificación; asignación de mentor.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por niveles de madurez.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equipo técnico del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del proyecto y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2 a 3.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fortalecer capacidades y validar la propuesta de valor.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(BMC), educación financiera, marketing,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Business Model Canvas, Lean Startup, design thinking,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red de mentores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validado y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3 a 8.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poner en marcha y robustecer el emprendimiento.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mentorías, branding, transformación digital, asesoría legal y tributaria.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 estructurada; herramientas de branding y digitales.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red de mentores multidisciplinarios y aliados.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emprendimiento en operación con acompañamiento.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8 a 14.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escalar y conectar la iniciativa con el ecosistema.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 y ruedas de negocio, convocatorias, capital semilla, spin-offs.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Aliados: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Cientech (OTRI), Parque Tecnológico del Caribe, CICIT, Cámaras de Comercio, inversionistas.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proyecto conectado a financiación y mercado; propiedad intelectual protegida.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 14 en adelante.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Contenido de la guía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¿Qué es la ruta y a quién está dirigida?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Por qué la necesitamos: el diagnóstico.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Fundamento institucional (PDI 2022-2031).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Principios, actores y esquema general.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Las 6 fases de la ruta, paso a paso.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Indicadores, articulación y cómo acceder al CIE.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Componentes transversales (T1 · T2 · T3)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T1. Comunicación: difusión por correo institucional y WhatsApp para elevar la visibilidad del CIE.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T2. Seguimiento e indicadores: registro del avance y medición del impacto (meta PDI ≥ 3%).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T3. Articulación con las facultades: docente enlace y coordinación permanente.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Acompañan las seis fases, de principio a fin.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0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Las 6 fases de la ruta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000" dirty="0">
                <a:solidFill>
                  <a:schemeClr val="tx1"/>
                </a:solidFill>
                <a:latin typeface="Century Gothic" panose="020B0502020202020204" pitchFamily="34" charset="0"/>
              </a:rPr>
              <a:t>De la idea al mercado: un acompañamiento por etapas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 y eventos conjuntos por 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¿Cómo acceder al CIE?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Acércate al Centro de Innovación y Emprendimiento (CIE).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Mantente atento a las convocatorias y actividades (correo institucional y WhatsApp).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Consulta al docente enlace de tu 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Inscribe tu idea: el CIE la ubicará en la fase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Contacto oficial: [completar con el correo y teléfono del CIE].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