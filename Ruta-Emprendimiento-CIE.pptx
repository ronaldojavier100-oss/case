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31" r:id="rId7"/>
    <p:sldId id="648" r:id="rId27"/>
    <p:sldId id="649" r:id="rId28"/>
    <p:sldId id="650" r:id="rId29"/>
    <p:sldId id="651" r:id="rId30"/>
    <p:sldId id="652" r:id="rId31"/>
    <p:sldId id="653" r:id="rId32"/>
    <p:sldId id="654" r:id="rId33"/>
    <p:sldId id="655" r:id="rId34"/>
    <p:sldId id="656" r:id="rId35"/>
    <p:sldId id="657" r:id="rId36"/>
    <p:sldId id="658" r:id="rId37"/>
    <p:sldId id="659" r:id="rId38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60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EMPRENDIMIENTO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30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Ruta institucional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0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Ruta Institucional de Emprendimiento — Centro de Innovación y Emprendimiento (CIE)</a:t>
            </a:r>
          </a:p>
          <a:p>
            <a:pPr algn="l">
              <a:lnSpc>
                <a:spcPct val="100000"/>
              </a:lnSpc>
            </a:pPr>
            <a:r>
              <a:rPr lang="es-ES" sz="22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Universidad del Atlántico · Facultad de Ciencias Económicas</a:t>
            </a:r>
          </a:p>
          <a:p>
            <a:pPr algn="l">
              <a:lnSpc>
                <a:spcPct val="100000"/>
              </a:lnSpc>
            </a:pPr>
            <a:r>
              <a:rPr lang="es-ES" sz="22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Ronaldo Javier Martínez Mur — Práctica Profesional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48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67% conoce poco o nada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…pese a que el 87,7% manifiesta interés en emprender. El reto no es la motivación: es la visibilidad, el acceso y la articulación con las facultades.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Fundamento en el PDI 2022-2031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Línea Estratégica 3: Extensión y Proyección Social.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7: sensibilización, acompañamiento y transferencia de conocimiento.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2: cultura de innovación y emprendimiento mediante formación y asesoría.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Metas: política de innovación y emprendimiento; Centro 'UA Emprende' (sostenibilidad ≥3%); 2 spin-off; Parque Tecnológico del Caribe.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Principios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No lineal: cada iniciativa entra según su nivel de madurez.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Flexible y personalizada.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Transversal a todas las facultades.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Articulada con el ecosistema regional.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Basada en la demanda real de los estudiantes.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Medible, con indicadores de impacto.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Actores y roles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CIE: coordina la ruta y mide indicadores.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facultad: puente permanente CIE–facultad.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Pool de mentores multidisciplinarios: docentes, empresarios y egresados.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Semilleros y grupos de investigación.</a:t>
            </a:r>
          </a:p>
          <a:p>
            <a:pPr algn="ctr" hangingPunct="1"/>
            <a:r>
              <a:rPr lang="es-CO" sz="2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Aliados externos: Cientech (OTRI), Cámaras de Comercio, MacondoLab, Ruta 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Esquema general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ruta_emprend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0793" y="7498079"/>
            <a:ext cx="11345461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1 · Sensibilización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Objetivo: despertar la cultura emprendedora.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Actividades: charlas, ferias, hackathones y retos de innovación.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Entregable: comunidad sensibilizada y captación de interesados.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2 · Identificación e ideación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Objetivo: captar ideas y darles forma inicial.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Actividades: convocatorias, recepción de ideas, vinculación con semilleros.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Entregable: proyecto inscrito con ficha inicial.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3 · Diagnóstico y clasificación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Objetivo: valorar el nivel de madurez del proyecto.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Actividades: aplicación de una herramienta de clasificación por etapas.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Entregable: diagnóstico y ruta personalizada.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4 · Formación y preincubación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Objetivo: fortalecer capacidades y validar la propuesta.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Actividades: modelo de negocio (BMC), educación financiera, MVP.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Entregable: modelo de negocio validado + MVP.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5 · Incubación y fortalecimiento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Objetivo: poner en marcha y robustecer la iniciativa.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Actividades: mentorías, branding, transformación digital, asesoría legal y tributaria.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Entregable: emprendimiento en operación.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6 · Aceleración, financiación y transferencia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Objetivo: escalar y conectar con el ecosistema.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Actividades: convocatorias, capital semilla, propiedad intelectual, spin-offs.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Entregable: proyecto conectado a financiación y mercado.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Indicadores de seguimiento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Personas sensibilizadas por año.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Proyectos diagnosticados y acompañados por fase.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% de proyectos vigentes a 3 años (≥3% — meta PDI).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Títulos de propiedad intelectual y spin-offs.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Facultades con docente enlace activo.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Articulación con las facultades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4796053" y="8498663"/>
            <a:ext cx="14791894" cy="2000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con reuniones periódicas.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del emprendimiento en las asignaturas.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Retos interdisciplinarios entre facultades.</a:t>
            </a:r>
          </a:p>
          <a:p>
            <a:pPr algn="ctr" hangingPunct="1"/>
            <a:r>
              <a:rPr lang="es-CO" sz="24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segmentada: correo institucional + WhatsApp.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